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1" r:id="rId3"/>
    <p:sldId id="263" r:id="rId4"/>
    <p:sldId id="262" r:id="rId5"/>
    <p:sldId id="264" r:id="rId6"/>
    <p:sldId id="258" r:id="rId7"/>
    <p:sldId id="259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90" y="-6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47C5-FDB8-4543-BC94-9C1A2C8C66DD}" type="datetimeFigureOut">
              <a:rPr lang="en-US" smtClean="0"/>
              <a:pPr/>
              <a:t>9/13/2023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CEE3-1C8A-4AE2-B713-3176765556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47C5-FDB8-4543-BC94-9C1A2C8C66DD}" type="datetimeFigureOut">
              <a:rPr lang="en-US" smtClean="0"/>
              <a:pPr/>
              <a:t>9/13/2023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CEE3-1C8A-4AE2-B713-3176765556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47C5-FDB8-4543-BC94-9C1A2C8C66DD}" type="datetimeFigureOut">
              <a:rPr lang="en-US" smtClean="0"/>
              <a:pPr/>
              <a:t>9/13/2023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CEE3-1C8A-4AE2-B713-3176765556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47C5-FDB8-4543-BC94-9C1A2C8C66DD}" type="datetimeFigureOut">
              <a:rPr lang="en-US" smtClean="0"/>
              <a:pPr/>
              <a:t>9/13/2023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CEE3-1C8A-4AE2-B713-3176765556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47C5-FDB8-4543-BC94-9C1A2C8C66DD}" type="datetimeFigureOut">
              <a:rPr lang="en-US" smtClean="0"/>
              <a:pPr/>
              <a:t>9/13/2023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CEE3-1C8A-4AE2-B713-3176765556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47C5-FDB8-4543-BC94-9C1A2C8C66DD}" type="datetimeFigureOut">
              <a:rPr lang="en-US" smtClean="0"/>
              <a:pPr/>
              <a:t>9/13/2023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CEE3-1C8A-4AE2-B713-3176765556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47C5-FDB8-4543-BC94-9C1A2C8C66DD}" type="datetimeFigureOut">
              <a:rPr lang="en-US" smtClean="0"/>
              <a:pPr/>
              <a:t>9/13/2023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CEE3-1C8A-4AE2-B713-3176765556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47C5-FDB8-4543-BC94-9C1A2C8C66DD}" type="datetimeFigureOut">
              <a:rPr lang="en-US" smtClean="0"/>
              <a:pPr/>
              <a:t>9/13/2023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CEE3-1C8A-4AE2-B713-3176765556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47C5-FDB8-4543-BC94-9C1A2C8C66DD}" type="datetimeFigureOut">
              <a:rPr lang="en-US" smtClean="0"/>
              <a:pPr/>
              <a:t>9/13/2023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FFF9CEE3-1C8A-4AE2-B713-3176765556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47C5-FDB8-4543-BC94-9C1A2C8C66DD}" type="datetimeFigureOut">
              <a:rPr lang="en-US" smtClean="0"/>
              <a:pPr/>
              <a:t>9/13/2023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CEE3-1C8A-4AE2-B713-3176765556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47C5-FDB8-4543-BC94-9C1A2C8C66DD}" type="datetimeFigureOut">
              <a:rPr lang="en-US" smtClean="0"/>
              <a:pPr/>
              <a:t>9/13/2023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CEE3-1C8A-4AE2-B713-3176765556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2FB647C5-FDB8-4543-BC94-9C1A2C8C66DD}" type="datetimeFigureOut">
              <a:rPr lang="en-US" smtClean="0"/>
              <a:pPr/>
              <a:t>9/13/2023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FF9CEE3-1C8A-4AE2-B713-3176765556A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8077200" cy="1673352"/>
          </a:xfrm>
        </p:spPr>
        <p:txBody>
          <a:bodyPr>
            <a:normAutofit fontScale="90000"/>
          </a:bodyPr>
          <a:lstStyle/>
          <a:p>
            <a:pPr algn="ctr"/>
            <a:r>
              <a:rPr lang="sr-Latn-RS" dirty="0" smtClean="0">
                <a:solidFill>
                  <a:schemeClr val="tx1"/>
                </a:solidFill>
              </a:rPr>
              <a:t>Izazovi u kreiranju korisničkog interfejsa edukativnog softvera za decu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dirty="0" smtClean="0"/>
              <a:t>Preporuke za dizajn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389120"/>
          </a:xfrm>
        </p:spPr>
        <p:txBody>
          <a:bodyPr>
            <a:normAutofit/>
          </a:bodyPr>
          <a:lstStyle/>
          <a:p>
            <a:r>
              <a:rPr lang="sr-Latn-RS" dirty="0" smtClean="0"/>
              <a:t>Jasna i konkretna uputstva sa ciljem igre</a:t>
            </a:r>
          </a:p>
          <a:p>
            <a:r>
              <a:rPr lang="sr-Latn-RS" dirty="0" smtClean="0"/>
              <a:t>Uputstva prilagođena nivou razumevanja dece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429000"/>
            <a:ext cx="798957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dirty="0" smtClean="0"/>
              <a:t>Preporuke za dizajn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389120"/>
          </a:xfrm>
        </p:spPr>
        <p:txBody>
          <a:bodyPr>
            <a:normAutofit/>
          </a:bodyPr>
          <a:lstStyle/>
          <a:p>
            <a:r>
              <a:rPr lang="sr-Latn-RS" dirty="0" smtClean="0"/>
              <a:t>Korišćenje postojećih mentalnih modela i znanja o svetu</a:t>
            </a:r>
          </a:p>
          <a:p>
            <a:r>
              <a:rPr lang="sr-Latn-RS" dirty="0" smtClean="0"/>
              <a:t>Smanjivanje kognitivnih opterećenja dizajniranjem interfejsa koji sprečava greške</a:t>
            </a:r>
          </a:p>
          <a:p>
            <a:r>
              <a:rPr lang="sr-Latn-RS" dirty="0" smtClean="0"/>
              <a:t>Jasna i konkretna uputstva, ali ne previše </a:t>
            </a:r>
            <a:r>
              <a:rPr lang="sr-Latn-RS" dirty="0" smtClean="0"/>
              <a:t>propisana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4343400"/>
            <a:ext cx="2426254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4343400"/>
            <a:ext cx="2456605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0" y="4419600"/>
            <a:ext cx="2507278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668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sr-Latn-RS" dirty="0" smtClean="0"/>
              <a:t>Istraživanja na različitim tipovima uređaja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4389120"/>
          </a:xfrm>
        </p:spPr>
        <p:txBody>
          <a:bodyPr/>
          <a:lstStyle/>
          <a:p>
            <a:r>
              <a:rPr lang="sr-Latn-RS" dirty="0" smtClean="0"/>
              <a:t>Tablet aplikacija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3581400"/>
            <a:ext cx="7938009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668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sr-Latn-RS" dirty="0" smtClean="0"/>
              <a:t>Istraživanja na različitim tipovima uređaja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4389120"/>
          </a:xfrm>
        </p:spPr>
        <p:txBody>
          <a:bodyPr/>
          <a:lstStyle/>
          <a:p>
            <a:r>
              <a:rPr lang="sr-Latn-RS" dirty="0" smtClean="0"/>
              <a:t>PC aplikacija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2819400"/>
            <a:ext cx="4710112" cy="3684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dirty="0" smtClean="0"/>
              <a:t>Interakcioni uređaji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Komunikacija</a:t>
            </a:r>
          </a:p>
          <a:p>
            <a:r>
              <a:rPr lang="sr-Latn-RS" dirty="0" smtClean="0"/>
              <a:t>Miš</a:t>
            </a:r>
          </a:p>
          <a:p>
            <a:r>
              <a:rPr lang="sr-Latn-RS" dirty="0" smtClean="0"/>
              <a:t>Ekran osetljiv na dodir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dirty="0" smtClean="0"/>
              <a:t>Zaključak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Igra sa ciljem koji treba dostići</a:t>
            </a:r>
          </a:p>
          <a:p>
            <a:r>
              <a:rPr lang="sr-Latn-RS" dirty="0" smtClean="0"/>
              <a:t>Učitelj kao motivator</a:t>
            </a:r>
          </a:p>
          <a:p>
            <a:r>
              <a:rPr lang="sr-Latn-RS" dirty="0" smtClean="0"/>
              <a:t>Povezivanje sa već stečenim iskustvima</a:t>
            </a:r>
          </a:p>
          <a:p>
            <a:r>
              <a:rPr lang="sr-Latn-RS" dirty="0" smtClean="0"/>
              <a:t>Softver kreiran spram kognitivnog razvoja dece</a:t>
            </a:r>
          </a:p>
          <a:p>
            <a:r>
              <a:rPr lang="sr-Latn-RS" dirty="0" smtClean="0"/>
              <a:t>Odgovarajući interakcioni uređaj</a:t>
            </a:r>
          </a:p>
          <a:p>
            <a:r>
              <a:rPr lang="sr-Latn-RS" dirty="0" smtClean="0"/>
              <a:t>Izbegavanje stvaranja osećaja uznemirenosti, praćenje i usavršavanje aplikacija na osnovu stečenog iskustva</a:t>
            </a:r>
          </a:p>
          <a:p>
            <a:r>
              <a:rPr lang="sr-Latn-RS" dirty="0" smtClean="0"/>
              <a:t>Etička razmatranja</a:t>
            </a:r>
          </a:p>
          <a:p>
            <a:endParaRPr lang="sr-Latn-RS" dirty="0" smtClean="0"/>
          </a:p>
          <a:p>
            <a:endParaRPr lang="sr-Latn-R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3200"/>
            <a:ext cx="7162800" cy="1143000"/>
          </a:xfrm>
        </p:spPr>
        <p:txBody>
          <a:bodyPr/>
          <a:lstStyle/>
          <a:p>
            <a:pPr algn="ctr"/>
            <a:r>
              <a:rPr lang="en-US" dirty="0" err="1" smtClean="0"/>
              <a:t>Hvala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pa</a:t>
            </a:r>
            <a:r>
              <a:rPr lang="sr-Latn-RS" dirty="0" smtClean="0"/>
              <a:t>žnji!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362</TotalTime>
  <Words>118</Words>
  <Application>Microsoft Office PowerPoint</Application>
  <PresentationFormat>On-screen Show (4:3)</PresentationFormat>
  <Paragraphs>26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Flow</vt:lpstr>
      <vt:lpstr>Izazovi u kreiranju korisničkog interfejsa edukativnog softvera za decu</vt:lpstr>
      <vt:lpstr>Preporuke za dizajn</vt:lpstr>
      <vt:lpstr>Preporuke za dizajn</vt:lpstr>
      <vt:lpstr>Istraživanja na različitim tipovima uređaja</vt:lpstr>
      <vt:lpstr>Istraživanja na različitim tipovima uređaja</vt:lpstr>
      <vt:lpstr>Interakcioni uređaji</vt:lpstr>
      <vt:lpstr>Zaključak</vt:lpstr>
      <vt:lpstr>Hvala na pažnji!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Izazovi u kreiranju korisničkog interfejsa edukativnog softvera za decu</dc:title>
  <dc:creator>Pedja</dc:creator>
  <cp:lastModifiedBy>Pedja</cp:lastModifiedBy>
  <cp:revision>29</cp:revision>
  <dcterms:created xsi:type="dcterms:W3CDTF">2023-09-12T14:32:35Z</dcterms:created>
  <dcterms:modified xsi:type="dcterms:W3CDTF">2023-09-13T10:51:30Z</dcterms:modified>
</cp:coreProperties>
</file>